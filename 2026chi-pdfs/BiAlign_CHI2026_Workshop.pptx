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bialign-workshop.github.io/202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bialign-workshop.github.io/2026" TargetMode="Externa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0D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BiAlign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Human–AI Interaction Alignment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Evaluating, and Evolving Value-Centered AI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Reciprocal Human–AI Futures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828800" cy="3657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CHI 2026 Workshop  ·  Barcelona, Spain  ·  April 2026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bialign-workshop.github.io/2026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463040" cy="32004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BiAlign?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36576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alignment approaches are largely one-directional — AI is tuned to conform to static human preferences. But values shift, contexts change, and humans adapt too.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83080"/>
            <a:ext cx="3657600" cy="54864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alignment — a continuous, reciprocal process where humans and AI mutually adapt, evolving together toward shared values and better outcomes.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Themes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657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64008" cy="16916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37160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4813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Value-Centered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965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human and societal values — fairness, agency, responsibility — into actionable design requirements.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657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64008" cy="169164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11" name="Shape 8"/>
          <p:cNvSpPr/>
          <p:nvPr/>
        </p:nvSpPr>
        <p:spPr>
          <a:xfrm>
            <a:off x="4983480" y="1371600"/>
            <a:ext cx="502920" cy="502920"/>
          </a:xfrm>
          <a:prstGeom prst="ellipse">
            <a:avLst/>
          </a:prstGeom>
          <a:solidFill>
            <a:srgbClr val="0D8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8132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1965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mechanisms enabling humans to steer, critique, and co-create with AI systems.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063240"/>
            <a:ext cx="3657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063240"/>
            <a:ext cx="64008" cy="169164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" y="3291840"/>
            <a:ext cx="502920" cy="502920"/>
          </a:xfrm>
          <a:prstGeom prst="ellipse">
            <a:avLst/>
          </a:prstGeom>
          <a:solidFill>
            <a:srgbClr val="0D8A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4015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60120" y="3886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alignment technically and socially across individual, community, and societal levels.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063240"/>
            <a:ext cx="3657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063240"/>
            <a:ext cx="64008" cy="16916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3" name="Shape 18"/>
          <p:cNvSpPr/>
          <p:nvPr/>
        </p:nvSpPr>
        <p:spPr>
          <a:xfrm>
            <a:off x="4983480" y="329184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40156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Co-Evolution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83480" y="3886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reciprocal adaptation as both humans and AI change over time and contexts.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Goals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548640" cy="54864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54480" y="1143000"/>
            <a:ext cx="68580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37360" y="11430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human and societal values into actionable alignment frameworks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2057400"/>
            <a:ext cx="68580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20574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HCI-informed interaction design for effective human–AI collaboration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2971800"/>
            <a:ext cx="68580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9718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dynamic evaluation balancing technical performance with societal impact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54480" y="3886200"/>
            <a:ext cx="68580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37360" y="38862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interdisciplinary collaboration and strengthen the BiAlign community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Keynote Speakers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1097280" cy="1097280"/>
          </a:xfrm>
          <a:prstGeom prst="ellipse">
            <a:avLst/>
          </a:prstGeom>
          <a:solidFill>
            <a:srgbClr val="0D8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Lama Ahmad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alignment research to human-centered values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2926080"/>
            <a:ext cx="64008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3337560"/>
            <a:ext cx="1097280" cy="109728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6118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Elizabeth F. Churchill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74320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MBZUAI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perspectives on HCI and AI dialogue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Schedule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minutes  ·  Afternoon session  ·  Two main sessions with interactive activities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3657600" cy="45720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90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— Lama Ahmad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Activity: Concept Mapping &amp; Solution Ideation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08760"/>
            <a:ext cx="3657600" cy="4572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90 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— Elizabeth Churchill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Session &amp; Networking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Activity: On-the-Spot Paper Writing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Sharing &amp; Closing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Activities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64008" cy="10058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371600"/>
            <a:ext cx="594360" cy="59436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490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280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Mapping &amp; Solution Ideation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1645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collaboratively map the landscape of human–AI alignment challenges and co-develop actionable solutions across disciplinary boundaries.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423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423160"/>
            <a:ext cx="64008" cy="100584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2606040"/>
            <a:ext cx="594360" cy="594360"/>
          </a:xfrm>
          <a:prstGeom prst="ellipse">
            <a:avLst/>
          </a:prstGeom>
          <a:solidFill>
            <a:srgbClr val="0D8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7249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514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On-the-Spot Paper Writing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74520" y="28803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rapidly synthesize workshop insights into collaborative position papers, fostering new research directions and cross-pollination of ideas.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657600"/>
            <a:ext cx="64008" cy="100584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05840" y="3840480"/>
            <a:ext cx="594360" cy="594360"/>
          </a:xfrm>
          <a:prstGeom prst="ellipse">
            <a:avLst/>
          </a:prstGeom>
          <a:solidFill>
            <a:srgbClr val="0D8A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9593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3749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Session &amp; Networking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74520" y="41148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paper authors present their work in an informal setting, encouraging deep discussion and forming new collaborations.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Attend?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30–50 in-person participants for a highly interactive experience.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420624" cy="420624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Human-Computer Interaction (HCI)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12848"/>
            <a:ext cx="420624" cy="42062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52928"/>
            <a:ext cx="420624" cy="420624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834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and Social Sciences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Computer-Supported Cooperative Work (CSCW)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33088"/>
            <a:ext cx="420624" cy="420624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Policy Communities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Impact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Members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1430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280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1430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280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2025 SIG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Post-Workshop Outcomes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Open-access report via ArXiv and workshop website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proceedings via CEUR-WS or special journal issue (ACM ToCHI / TIIS)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presentations on YouTube for broader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discussions via BiAlign Slack channel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2588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 Shen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Shanghai / NYU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Tiffany Knearem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MBZUAI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457200" cy="45720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 Thakkar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Pataranutaporn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Media Lab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011680"/>
            <a:ext cx="457200" cy="45720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Anoop Sinha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Yike Shi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/ NYU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25880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Liang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3154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66160" y="29260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60520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 Ahmad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60520" y="3154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926080"/>
            <a:ext cx="457200" cy="45720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 Mitra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3154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of Washington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25880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A. Myers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25880" y="4069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6160" y="3840480"/>
            <a:ext cx="457200" cy="457200"/>
          </a:xfrm>
          <a:prstGeom prst="ellipse">
            <a:avLst/>
          </a:prstGeom>
          <a:solidFill>
            <a:srgbClr val="0D8A8C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60520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Li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160520" y="4069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/ UW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&amp; Inclusion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64008" cy="68580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Formats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Alt-text, screen reader compatible papers, and inclusive formatting guidance for all submissions.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1168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captioning during all keynotes, presentations, and group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64008" cy="685800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Participation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use enforced, guidance for authors with disabilities, and flexible participation modes.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160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accessibility to enable broader participation beyond in-person attendees.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8A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shaping the future of human–AI alignment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468880"/>
            <a:ext cx="1828800" cy="3657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2926080"/>
            <a:ext cx="502920" cy="502920"/>
          </a:xfrm>
          <a:prstGeom prst="ellipse">
            <a:avLst/>
          </a:prstGeom>
          <a:solidFill>
            <a:srgbClr val="0D8A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3044952"/>
            <a:ext cx="274320" cy="274320"/>
          </a:xfrm>
          <a:prstGeom prst="rect">
            <a:avLst/>
          </a:prstGeom>
        </p:spPr>
      </p:pic>
      <p:sp>
        <p:nvSpPr>
          <p:cNvPr id="8" name="Text 5">
            <a:hlinkClick r:id="rId2" tooltip=""/>
          </p:cNvPr>
          <p:cNvSpPr/>
          <p:nvPr/>
        </p:nvSpPr>
        <p:spPr>
          <a:xfrm>
            <a:off x="274320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D8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bialign-workshop.github.io/2026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011680" y="361188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37307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BiAlign Slack (250+ members)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CHI 2026  ·  Barcelona, Spain  ·  April 2026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3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BiAlign Workshop – CHI 2026</dc:title>
  <dc:subject>PptxGenJS Presentation</dc:subject>
  <dc:creator>Hua Shen</dc:creator>
  <cp:lastModifiedBy>Hua Shen</cp:lastModifiedBy>
  <cp:revision>1</cp:revision>
  <dcterms:created xsi:type="dcterms:W3CDTF">2026-04-04T07:59:06Z</dcterms:created>
  <dcterms:modified xsi:type="dcterms:W3CDTF">2026-04-04T07:59:06Z</dcterms:modified>
</cp:coreProperties>
</file>